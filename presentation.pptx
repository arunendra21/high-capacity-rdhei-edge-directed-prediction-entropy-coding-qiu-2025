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Predicting the Edges:</a:t>
            </a:r>
            <a:br/>
            <a:r>
              <a:t>High-Capacity Reversible Data Hiding in Encrypted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A reproduction of Qiu, Chen, Lin, Li &amp; Zeng (IEEE SPL, 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Edges are where prediction usually fails.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Edge-directed prediction fixes that -&gt; more room.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Entropy-code the errors for even more capacity.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Embed data into an encrypted image without the plaintext.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Keep encryption strong (high entropy).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Extract data and recover the exact original.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Existing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Zhang 2011/2012: first (separable) RDHEI, low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Puteaux-Puech 2018: MSB prediction, ~1 bpp.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This paper: a specific high-capacity/secure RDHEI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Edge-directed predict pixels.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Free redundant bits; encrypt; embed.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Recover by prediction -&gt; exact original.</a:t>
            </a:r>
          </a:p>
        </p:txBody>
      </p:sp>
      <p:pic>
        <p:nvPicPr>
          <p:cNvPr id="5" name="Picture 4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13420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Owner encrypts.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Data hider embeds in the encrypted domain.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Receiver extracts payload.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Receiver recovers the exact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Mathematical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Encryption: strong cipher (entropy ~ 8 bits).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MSB of predictable pixels replaced by payload bits.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Recovery: decrypt low bits + predict MSB from neighbours.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8 USC-SIPI 512x512 grayscale images.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Metrics: net rate (bpp), encrypted entropy, exact recovery, payload correctness.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65836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Near 1 bpp.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Encrypted entropy ~8.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Exact recovery.</a:t>
            </a:r>
          </a:p>
        </p:txBody>
      </p:sp>
      <p:pic>
        <p:nvPicPr>
          <p:cNvPr id="5" name="Picture 4" descr="fig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280160"/>
            <a:ext cx="4846320" cy="1615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High capacity.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Edge-aware.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Reversible.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Edge predictor/entropy coder approximated.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Gross rate.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Image-dependent capacity.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GAP/MED predictor.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Adaptive arithmetic coder.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Extra-room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Reproduced a high-capacity reversible-in-encrypted-domain scheme.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Near-1-bpp rate, strong encryption, and exact recovery.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2471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Qiu et al. Edge-Directed RDHEI. IEEE SPL 32, 2025.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Puteaux &amp; Puech. MSB-prediction RDHEI. IEEE TIFS 13(7), 2018.</a:t>
            </a:r>
          </a:p>
          <a:p>
            <a:pPr>
              <a:spcAft>
                <a:spcPts val="600"/>
              </a:spcAft>
              <a:defRPr sz="1700">
                <a:solidFill>
                  <a:srgbClr val="222222"/>
                </a:solidFill>
              </a:defRPr>
            </a:pPr>
            <a:r>
              <a:t>• Ma et al. Reserve Room Before Encryption. IEEE TIFS 8(3), 2013.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